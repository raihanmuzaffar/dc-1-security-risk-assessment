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Analisis dan Penilaian Risiko DC-1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75569"/>
                </a:solidFill>
              </a:defRPr>
            </a:pPr>
            <a:r>
              <a:t>Praktikum keamanan sistem pada lingkungan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Nama: ........................................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NIM: ...........................................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Mata kuliah / kelas: ............................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Tujuan dan Ruang 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Mengidentifikasi aset, layanan, dan risiko keamanan.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Menilai likelihood dan impact menggunakan skala 1–5.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Menyusun rekomendasi mitigasi berdasarkan bukti.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Target: DC-1 — 192.168.52.11.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Pengujian dilakukan pada jaringan Host-only VirtualBox.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Topologi Laboratorium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Kali Linux: 192.168.52.10 (mesin penguji).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Jaringan Host-only: 192.168.52.0/24.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DC-1: 192.168.52.11 (target).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NAT Kali terpisah dari jaringan Host-only.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  <p:pic>
        <p:nvPicPr>
          <p:cNvPr id="6" name="Picture 5" descr="system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937760" cy="4908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Hasil Pemeriksaan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22/tcp — SSH, OpenSSH 6.0p1 Debian.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80/tcp — HTTP, Apache 2.2.22.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111/tcp — RPC, rpcbind.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Header HTTP mengungkap PHP 5.4.45 dan Drupal 7.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RPC mengungkap program status.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Temuan berdasarkan pemindaian dan respons layanan.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Register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R01 — Komponen web usang: 16, Tinggi.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R02 — Potensi akses SSH tanpa otorisasi: 15, Tinggi.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R03 — Paparan RPC: 9, Sedang.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R04 — Pengungkapan versi web: 6, Sedang.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R05 — Gangguan ketersediaan: 8, Sedang.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R06 — Penyalahgunaan halaman akun/admin: 8, Sedang.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Skor adalah estimasi awal, bukan bukti eksploitasi berhasil.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Perhitungan Kuantitatif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Asumsi ilustratif: gangguan 3 jam per kejadian.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Estimasi kerugian: Rp100.000 per jam.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Frekuensi asumsi: 2 kejadian per tahun.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Kerugian per kejadian: Rp300.000.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ALE: Rp300.000 × 2 = Rp600.000 per tahun.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Biaya mitigasi asumsi Rp400.000; selisih Rp200.000.</a:t>
            </a:r>
          </a:p>
          <a:p>
            <a:pPr>
              <a:spcAft>
                <a:spcPts val="1500"/>
              </a:spcAft>
              <a:defRPr sz="1700">
                <a:solidFill>
                  <a:srgbClr val="475569"/>
                </a:solidFill>
                <a:latin typeface="Aptos"/>
              </a:defRPr>
            </a:pPr>
            <a:r>
              <a:t>Angka ini bukan data kerugian aktual DC-1.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Rekomendasi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Tingkatkan sistem dan komponen web ke versi yang didukung.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Batasi SSH dan terapkan autentikasi kuat.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Nonaktifkan RPC jika tidak dibutuhkan.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Audit autentikasi, otorisasi, dan konfigurasi aplikasi.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Terapkan monitoring, backup, serta uji pemulihan.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  <a:latin typeface="Aptos Display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SSH, HTTP, dan RPC terdeteksi terbuka pada target.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Komponen web yang teridentifikasi menggunakan versi lama.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Prioritas awal: pembaruan komponen dan pembatasan akses.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Konfigurasi internal dan keberhasilan eksploitasi belum diverifikasi.</a:t>
            </a:r>
          </a:p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Aptos"/>
              </a:defRPr>
            </a:pPr>
            <a:r>
              <a:t>Validasi lanjutan diperlukan sebelum keputusan operasional.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PRAKTIKUM KEAMANAN SISTEM  •  LAB DC-1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